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E66570-1BC1-7E80-22E8-40EB34271B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A698DA-B343-06B1-1639-80A3ABC21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2BED81-29A7-5BB2-44B2-C8D163BD3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B9D1A-918C-4B36-AFC9-3C251C8FAC77}" type="datetimeFigureOut">
              <a:rPr lang="es-MX" smtClean="0"/>
              <a:t>31/01/2025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EDD7E8-040F-698C-11BB-2EC792C88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6E72A1-E72D-12D9-9CC7-CFD8E2D85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6B48-4A84-4699-9841-A10A9079C3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56581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972104-42F3-9796-37D5-4F0718A49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E61C46-CD01-2D23-BCD8-308430EAE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16564A-06B4-AA82-5B06-6FB91D58C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B9D1A-918C-4B36-AFC9-3C251C8FAC77}" type="datetimeFigureOut">
              <a:rPr lang="es-MX" smtClean="0"/>
              <a:t>31/01/2025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3BE23A-E66B-7E5B-204B-1E15958A0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1F79F4-089E-4C3D-A5E4-CC477D997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6B48-4A84-4699-9841-A10A9079C3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13718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E8AB2D-A498-DB6F-E1C7-15215D5F1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4BAC65-F453-0FCB-C2AD-8B0CEC3BF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4143C7-55DD-B228-7CA6-E5A4915A3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B9D1A-918C-4B36-AFC9-3C251C8FAC77}" type="datetimeFigureOut">
              <a:rPr lang="es-MX" smtClean="0"/>
              <a:t>31/01/2025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D44F63-5622-E708-6C2F-54340ACD6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6E7B11-E3CA-883E-564C-5B95367F2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6B48-4A84-4699-9841-A10A9079C3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9188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48F094-55F3-F841-F542-F43BB00A7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46F584-0BF4-7F79-D320-313C1CB17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C81AB15-DCD0-6028-33E7-59F6FF2660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5226641-A1E4-318D-5D13-2BCDC4AA0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B9D1A-918C-4B36-AFC9-3C251C8FAC77}" type="datetimeFigureOut">
              <a:rPr lang="es-MX" smtClean="0"/>
              <a:t>31/01/2025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194697-D3B8-A87C-E76E-4D350D90D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4ADC461-F8C8-6069-EAF0-74EE5D4D7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6B48-4A84-4699-9841-A10A9079C3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56844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32359-C665-0E6B-91B3-D6A16162E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B269B0-4827-BFAA-6438-FA5BBE97A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6C1C35-6E31-60C2-06C4-74EF1AB6C2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C3E6ED6-E096-2A49-F1D2-1D533F4939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9511C97-D735-C88B-E578-99442BA0EC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8C4A762-395E-3C12-8D43-891AF0807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B9D1A-918C-4B36-AFC9-3C251C8FAC77}" type="datetimeFigureOut">
              <a:rPr lang="es-MX" smtClean="0"/>
              <a:t>31/01/2025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3AF338A-60D8-A8FE-111B-B493BF699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B23E7A5-6984-6F5B-A575-643355596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6B48-4A84-4699-9841-A10A9079C3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25766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E2EC43-3B4B-ECD3-D014-2FA08DD00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E6EF930-0362-E0C1-FA89-68A34372A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B9D1A-918C-4B36-AFC9-3C251C8FAC77}" type="datetimeFigureOut">
              <a:rPr lang="es-MX" smtClean="0"/>
              <a:t>31/01/2025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4DA581A-7870-EF5B-3577-E1129DCC5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E74794-45BE-63EB-7EDC-65F51506D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6B48-4A84-4699-9841-A10A9079C3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87597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8358E2C-572C-4C4E-00D0-70D7ED157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B9D1A-918C-4B36-AFC9-3C251C8FAC77}" type="datetimeFigureOut">
              <a:rPr lang="es-MX" smtClean="0"/>
              <a:t>31/01/2025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7ADF136-236D-596A-D95C-392CBB3D9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A43F842-AA5C-4DEE-1E15-B341C0D6D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6B48-4A84-4699-9841-A10A9079C3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48977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62411-801F-3B19-A9AB-ADAC92168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0101B2-9EE6-8611-00C2-E6F4C2F57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F1AFBD0-FD2A-5B4B-7430-2BCE532FC0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32F5F0D-523E-23F0-D3A1-4E924BF74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B9D1A-918C-4B36-AFC9-3C251C8FAC77}" type="datetimeFigureOut">
              <a:rPr lang="es-MX" smtClean="0"/>
              <a:t>31/01/2025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B5EDCBA-A9A5-138D-4312-42FAB75E2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4D38DD-6B9A-DA3E-A02F-E21CF75A4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6B48-4A84-4699-9841-A10A9079C3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0946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B6F9CF-AE79-5B60-4130-93A418B00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798B4CB-2AA9-6450-6956-3558505B71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F4958FA-2E43-60D2-3FCD-6AA2FF7512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A13BC14-E6F6-37CF-28CA-263375237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B9D1A-918C-4B36-AFC9-3C251C8FAC77}" type="datetimeFigureOut">
              <a:rPr lang="es-MX" smtClean="0"/>
              <a:t>31/01/2025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506D53E-4145-9C71-9943-3DC4D5CE1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8E5251-36D0-B51A-3878-D36B1AD3C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6B48-4A84-4699-9841-A10A9079C3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8562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B7DC86-5527-0856-01AC-7101C6880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26867A9-98FE-EA64-943C-FB3F4E481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5E2EC2-A3E7-CA3C-D619-1A6049B0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B9D1A-918C-4B36-AFC9-3C251C8FAC77}" type="datetimeFigureOut">
              <a:rPr lang="es-MX" smtClean="0"/>
              <a:t>31/01/2025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E15D71-166B-2148-FD85-5338930B2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C3EDF7-34CE-119F-1551-3FF94D4AD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6B48-4A84-4699-9841-A10A9079C3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7202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89115BC-6D1B-2EBC-C9BC-1CB5354CAA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5D03494-6A77-34F7-7044-5C4AA64DE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0E72C0-B59E-18D4-3AA4-980A2E4EB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B9D1A-918C-4B36-AFC9-3C251C8FAC77}" type="datetimeFigureOut">
              <a:rPr lang="es-MX" smtClean="0"/>
              <a:t>31/01/2025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978B55-83DB-4853-78AE-B7382FEE8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A42710-0798-28CC-96D3-5B831C04C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6B48-4A84-4699-9841-A10A9079C3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61117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8D344B5-3BF2-4A8C-0277-ADEE51DB1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DD13362-FDC3-67B4-6B70-FAAF1C84A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1145B0-A853-2C14-520B-EA34D4AC14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7B9D1A-918C-4B36-AFC9-3C251C8FAC77}" type="datetimeFigureOut">
              <a:rPr lang="es-MX" smtClean="0"/>
              <a:t>31/01/2025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5632DE-BE57-FC4C-A0FC-C07518BDD1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464B7F-77BB-BB4A-895F-B179D58AE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BD6B48-4A84-4699-9841-A10A9079C3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63476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588DE88-2B4E-2AC1-F320-300F4C59BA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473" r="9089" b="4715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4A048D-B523-3534-9105-3CD0221A3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s-MX" sz="4800">
                <a:solidFill>
                  <a:schemeClr val="bg1"/>
                </a:solidFill>
              </a:rPr>
              <a:t>SCRAPBOX USW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C5E305-7CE5-4EE7-BCC5-8D0DADD305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s-MX" sz="2000" dirty="0">
                <a:solidFill>
                  <a:schemeClr val="bg1"/>
                </a:solidFill>
              </a:rPr>
              <a:t>Objetivo: Reducir daños por caída de actuadores.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81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6EDD49B-A921-86A3-C197-361721CB59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087" r="9090" b="-1"/>
          <a:stretch/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26B9621-E5BD-D7D5-0F70-5B356A38C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Acrilicos:</a:t>
            </a:r>
            <a:endParaRPr lang="es-MX" sz="280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0D347E-0B97-A22B-A737-2061013DE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3" y="2718054"/>
            <a:ext cx="4171409" cy="3207258"/>
          </a:xfrm>
        </p:spPr>
        <p:txBody>
          <a:bodyPr anchor="t">
            <a:normAutofit/>
          </a:bodyPr>
          <a:lstStyle/>
          <a:p>
            <a:r>
              <a:rPr lang="en-US" sz="1700" dirty="0" err="1">
                <a:solidFill>
                  <a:schemeClr val="bg1"/>
                </a:solidFill>
              </a:rPr>
              <a:t>Placa</a:t>
            </a:r>
            <a:r>
              <a:rPr lang="en-US" sz="1700" dirty="0">
                <a:solidFill>
                  <a:schemeClr val="bg1"/>
                </a:solidFill>
              </a:rPr>
              <a:t> de 625.4mm X 575.4mm (2)</a:t>
            </a:r>
          </a:p>
          <a:p>
            <a:r>
              <a:rPr lang="en-US" sz="1700" dirty="0" err="1">
                <a:solidFill>
                  <a:schemeClr val="bg1"/>
                </a:solidFill>
              </a:rPr>
              <a:t>Placa</a:t>
            </a:r>
            <a:r>
              <a:rPr lang="en-US" sz="1700" dirty="0">
                <a:solidFill>
                  <a:schemeClr val="bg1"/>
                </a:solidFill>
              </a:rPr>
              <a:t> de 625.4mm X 235.4mm (1)</a:t>
            </a:r>
          </a:p>
          <a:p>
            <a:r>
              <a:rPr lang="en-US" sz="1700" dirty="0" err="1">
                <a:solidFill>
                  <a:schemeClr val="bg1"/>
                </a:solidFill>
              </a:rPr>
              <a:t>Placa</a:t>
            </a:r>
            <a:r>
              <a:rPr lang="en-US" sz="1700" dirty="0">
                <a:solidFill>
                  <a:schemeClr val="bg1"/>
                </a:solidFill>
              </a:rPr>
              <a:t> de 575.4mm X 235.4mm (2)</a:t>
            </a:r>
          </a:p>
          <a:p>
            <a:r>
              <a:rPr lang="en-US" sz="1700" dirty="0" err="1">
                <a:solidFill>
                  <a:schemeClr val="bg1"/>
                </a:solidFill>
              </a:rPr>
              <a:t>Placa</a:t>
            </a:r>
            <a:r>
              <a:rPr lang="en-US" sz="1700" dirty="0">
                <a:solidFill>
                  <a:schemeClr val="bg1"/>
                </a:solidFill>
              </a:rPr>
              <a:t> de 176.6mm X 124mm (1)</a:t>
            </a:r>
            <a:endParaRPr lang="es-MX" sz="1700" dirty="0">
              <a:solidFill>
                <a:schemeClr val="bg1"/>
              </a:solidFill>
            </a:endParaRPr>
          </a:p>
          <a:p>
            <a:pPr lvl="1"/>
            <a:endParaRPr lang="es-MX" sz="1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6051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5" name="Rectangle 1044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ipos de perfiles de aluminio: resumen de las diferencias | item America -  News &amp; Stories">
            <a:extLst>
              <a:ext uri="{FF2B5EF4-FFF2-40B4-BE49-F238E27FC236}">
                <a16:creationId xmlns:a16="http://schemas.microsoft.com/office/drawing/2014/main" id="{1F264FC0-6320-D952-7191-A54A68ABD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71" t="6593" r="25788" b="-1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7" name="Rectangle 1046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96CC5FF-1E92-91FE-C282-72CD4CCE6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Aluminio:</a:t>
            </a:r>
            <a:endParaRPr lang="es-MX" sz="2800">
              <a:solidFill>
                <a:schemeClr val="bg1"/>
              </a:solidFill>
            </a:endParaRPr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8A40D4-D891-8B93-F132-DC250387A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 dirty="0" err="1">
                <a:solidFill>
                  <a:schemeClr val="bg1"/>
                </a:solidFill>
              </a:rPr>
              <a:t>Perfil</a:t>
            </a:r>
            <a:r>
              <a:rPr lang="en-US" sz="1700" dirty="0">
                <a:solidFill>
                  <a:schemeClr val="bg1"/>
                </a:solidFill>
              </a:rPr>
              <a:t> de </a:t>
            </a:r>
            <a:r>
              <a:rPr lang="en-US" sz="1700" dirty="0" err="1">
                <a:solidFill>
                  <a:schemeClr val="bg1"/>
                </a:solidFill>
              </a:rPr>
              <a:t>aluminio</a:t>
            </a:r>
            <a:r>
              <a:rPr lang="en-US" sz="1700" dirty="0">
                <a:solidFill>
                  <a:schemeClr val="bg1"/>
                </a:solidFill>
              </a:rPr>
              <a:t> 585mm (6)</a:t>
            </a:r>
          </a:p>
          <a:p>
            <a:r>
              <a:rPr lang="en-US" sz="1700" dirty="0" err="1">
                <a:solidFill>
                  <a:schemeClr val="bg1"/>
                </a:solidFill>
              </a:rPr>
              <a:t>Perfil</a:t>
            </a:r>
            <a:r>
              <a:rPr lang="en-US" sz="1700" dirty="0">
                <a:solidFill>
                  <a:schemeClr val="bg1"/>
                </a:solidFill>
              </a:rPr>
              <a:t> de </a:t>
            </a:r>
            <a:r>
              <a:rPr lang="en-US" sz="1700" dirty="0" err="1">
                <a:solidFill>
                  <a:schemeClr val="bg1"/>
                </a:solidFill>
              </a:rPr>
              <a:t>aluminio</a:t>
            </a:r>
            <a:r>
              <a:rPr lang="en-US" sz="1700" dirty="0">
                <a:solidFill>
                  <a:schemeClr val="bg1"/>
                </a:solidFill>
              </a:rPr>
              <a:t> 245mm (6)</a:t>
            </a:r>
          </a:p>
          <a:p>
            <a:r>
              <a:rPr lang="en-US" sz="1700" dirty="0" err="1">
                <a:solidFill>
                  <a:schemeClr val="bg1"/>
                </a:solidFill>
              </a:rPr>
              <a:t>Perfil</a:t>
            </a:r>
            <a:r>
              <a:rPr lang="en-US" sz="1700" dirty="0">
                <a:solidFill>
                  <a:schemeClr val="bg1"/>
                </a:solidFill>
              </a:rPr>
              <a:t> de </a:t>
            </a:r>
            <a:r>
              <a:rPr lang="en-US" sz="1700" dirty="0" err="1">
                <a:solidFill>
                  <a:schemeClr val="bg1"/>
                </a:solidFill>
              </a:rPr>
              <a:t>aluminio</a:t>
            </a:r>
            <a:r>
              <a:rPr lang="en-US" sz="1700" dirty="0">
                <a:solidFill>
                  <a:schemeClr val="bg1"/>
                </a:solidFill>
              </a:rPr>
              <a:t> 635mm (4)</a:t>
            </a:r>
          </a:p>
          <a:p>
            <a:endParaRPr lang="en-US" sz="1700" dirty="0">
              <a:solidFill>
                <a:schemeClr val="bg1"/>
              </a:solidFill>
            </a:endParaRPr>
          </a:p>
          <a:p>
            <a:endParaRPr lang="en-US" sz="1700" dirty="0">
              <a:solidFill>
                <a:schemeClr val="bg1"/>
              </a:solidFill>
            </a:endParaRPr>
          </a:p>
          <a:p>
            <a:endParaRPr lang="es-MX" sz="1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9809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F0FDCC4-7236-84BE-7D08-DD6CFEBB91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17498" r="-1" b="16073"/>
          <a:stretch/>
        </p:blipFill>
        <p:spPr>
          <a:xfrm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5" name="Imagen 4" descr="Diagrama, Dibujo de ingeniería&#10;&#10;Descripción generada automáticamente">
            <a:extLst>
              <a:ext uri="{FF2B5EF4-FFF2-40B4-BE49-F238E27FC236}">
                <a16:creationId xmlns:a16="http://schemas.microsoft.com/office/drawing/2014/main" id="{F3114283-D56F-B506-F205-AE30DD7C43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575" r="-1" b="8690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3625BF4-8904-C21B-F503-91358B004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539591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Chapa metalica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091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8" name="Rectangle 2067">
            <a:extLst>
              <a:ext uri="{FF2B5EF4-FFF2-40B4-BE49-F238E27FC236}">
                <a16:creationId xmlns:a16="http://schemas.microsoft.com/office/drawing/2014/main" id="{AB902CB9-C7DC-4673-B7D5-F22DCF0EC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602BA6D-C09E-7AA8-B103-4371248DA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741"/>
            <a:ext cx="3999971" cy="1690798"/>
          </a:xfrm>
        </p:spPr>
        <p:txBody>
          <a:bodyPr>
            <a:normAutofit/>
          </a:bodyPr>
          <a:lstStyle/>
          <a:p>
            <a:r>
              <a:rPr lang="en-US" sz="4000"/>
              <a:t>Miscelaneos</a:t>
            </a:r>
            <a:endParaRPr lang="es-MX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3C7F1B-7A08-78E4-E8B2-61DA6E7F0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00475"/>
            <a:ext cx="3999971" cy="3721829"/>
          </a:xfrm>
        </p:spPr>
        <p:txBody>
          <a:bodyPr>
            <a:normAutofit/>
          </a:bodyPr>
          <a:lstStyle/>
          <a:p>
            <a:r>
              <a:rPr lang="en-US" sz="2000"/>
              <a:t>Bisgra (2)</a:t>
            </a:r>
          </a:p>
          <a:p>
            <a:r>
              <a:rPr lang="en-US" sz="2000"/>
              <a:t>Cerradura (1)</a:t>
            </a:r>
          </a:p>
          <a:p>
            <a:r>
              <a:rPr lang="en-US" sz="2000"/>
              <a:t>Tornillos (100)</a:t>
            </a:r>
          </a:p>
          <a:p>
            <a:r>
              <a:rPr lang="en-US" sz="2000"/>
              <a:t>Tuercas de montaje (100)</a:t>
            </a:r>
            <a:endParaRPr lang="es-MX" sz="2000"/>
          </a:p>
          <a:p>
            <a:r>
              <a:rPr lang="es-MX" sz="2000"/>
              <a:t>Perno para nivelado (4)</a:t>
            </a:r>
          </a:p>
          <a:p>
            <a:r>
              <a:rPr lang="en-US" sz="2000"/>
              <a:t>Conexion L (32)</a:t>
            </a:r>
          </a:p>
          <a:p>
            <a:endParaRPr lang="en-US" sz="200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F1FEDEB-E73A-9FEA-78D4-7745DA6A90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34"/>
          <a:stretch/>
        </p:blipFill>
        <p:spPr>
          <a:xfrm>
            <a:off x="5195933" y="1443661"/>
            <a:ext cx="3325118" cy="245959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1FB116B-5E1A-E359-D950-F5731A7B7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2469" y="1184323"/>
            <a:ext cx="3325118" cy="2718929"/>
          </a:xfrm>
          <a:prstGeom prst="rect">
            <a:avLst/>
          </a:prstGeom>
        </p:spPr>
      </p:pic>
      <p:pic>
        <p:nvPicPr>
          <p:cNvPr id="11" name="Imagen 10" descr="Imagen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1BB9F045-C9E5-0F1F-9206-9E17EC01D1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7978" y="4063564"/>
            <a:ext cx="1579670" cy="2227974"/>
          </a:xfrm>
          <a:prstGeom prst="rect">
            <a:avLst/>
          </a:prstGeom>
        </p:spPr>
      </p:pic>
      <p:pic>
        <p:nvPicPr>
          <p:cNvPr id="2050" name="Picture 2" descr="Perfil de Aluminio de Soportes de Esquina de 20 Piezas Esquina L de  Aluminio de ángulo">
            <a:extLst>
              <a:ext uri="{FF2B5EF4-FFF2-40B4-BE49-F238E27FC236}">
                <a16:creationId xmlns:a16="http://schemas.microsoft.com/office/drawing/2014/main" id="{085D4655-7502-317C-3726-5A4CAE8CE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29635" y="4061443"/>
            <a:ext cx="1949477" cy="2227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 descr="Dibujo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FAE887BF-FA87-939B-0B77-A29559D5AF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5167" y="4301677"/>
            <a:ext cx="2152419" cy="198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1226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100</Words>
  <Application>Microsoft Office PowerPoint</Application>
  <PresentationFormat>Panorámica</PresentationFormat>
  <Paragraphs>20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Tema de Office</vt:lpstr>
      <vt:lpstr>SCRAPBOX USW</vt:lpstr>
      <vt:lpstr>Acrilicos:</vt:lpstr>
      <vt:lpstr>Aluminio:</vt:lpstr>
      <vt:lpstr>Chapa metalica</vt:lpstr>
      <vt:lpstr>Miscelaneos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SALIDO VARELA 2</dc:creator>
  <cp:lastModifiedBy>SEBASTIAN SALIDO VARELA 2</cp:lastModifiedBy>
  <cp:revision>2</cp:revision>
  <dcterms:created xsi:type="dcterms:W3CDTF">2025-01-30T23:02:28Z</dcterms:created>
  <dcterms:modified xsi:type="dcterms:W3CDTF">2025-01-31T18:34:57Z</dcterms:modified>
</cp:coreProperties>
</file>